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ooper BT Light" panose="020B0604020202020204" charset="0"/>
      <p:regular r:id="rId13"/>
    </p:embeddedFont>
    <p:embeddedFont>
      <p:font typeface="TT Interphases" panose="020B0604020202020204" charset="0"/>
      <p:regular r:id="rId14"/>
    </p:embeddedFont>
    <p:embeddedFont>
      <p:font typeface="TT Interphase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A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8324850" cy="4423480"/>
            <a:chOff x="0" y="0"/>
            <a:chExt cx="11099800" cy="5897973"/>
          </a:xfrm>
        </p:grpSpPr>
        <p:sp>
          <p:nvSpPr>
            <p:cNvPr id="6" name="TextBox 6"/>
            <p:cNvSpPr txBox="1"/>
            <p:nvPr/>
          </p:nvSpPr>
          <p:spPr>
            <a:xfrm>
              <a:off x="0" y="5379813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 spc="-47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Modern Dining Solution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61925"/>
              <a:ext cx="11099800" cy="475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100"/>
                </a:lnSpc>
              </a:pPr>
              <a:r>
                <a:rPr lang="en-US" sz="9100" spc="-182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Smart Restaurant Using QR Code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5076825"/>
            <a:ext cx="7162800" cy="4259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Project Team:</a:t>
            </a:r>
          </a:p>
          <a:p>
            <a:pPr>
              <a:lnSpc>
                <a:spcPts val="4759"/>
              </a:lnSpc>
            </a:pPr>
            <a:r>
              <a:rPr lang="en-US" sz="3399" dirty="0" err="1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B.N.R.S.L.V.S.Akhil</a:t>
            </a:r>
            <a:r>
              <a:rPr lang="en-US" sz="3399" dirty="0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(22221A4503)           </a:t>
            </a:r>
          </a:p>
          <a:p>
            <a:pPr>
              <a:lnSpc>
                <a:spcPts val="4759"/>
              </a:lnSpc>
            </a:pPr>
            <a:r>
              <a:rPr lang="en-US" sz="3399" dirty="0" err="1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S.V.V.S.N.D.Praveen</a:t>
            </a:r>
            <a:r>
              <a:rPr lang="en-US" sz="3399" dirty="0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(22221A4553)      </a:t>
            </a:r>
          </a:p>
          <a:p>
            <a:pPr>
              <a:lnSpc>
                <a:spcPts val="4759"/>
              </a:lnSpc>
            </a:pPr>
            <a:r>
              <a:rPr lang="en-US" sz="3399" dirty="0" err="1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Mellimi.Devanshi</a:t>
            </a:r>
            <a:r>
              <a:rPr lang="en-US" sz="3399" dirty="0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(22221A4540)       </a:t>
            </a:r>
            <a:r>
              <a:rPr lang="en-US" sz="3399" dirty="0" err="1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S.Surya</a:t>
            </a:r>
            <a:r>
              <a:rPr lang="en-US" sz="3399" dirty="0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Teja(22221A4552)                      </a:t>
            </a:r>
          </a:p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P.Madhusayi.K.M.P.Rao</a:t>
            </a:r>
            <a:r>
              <a:rPr lang="en-US" sz="3399" dirty="0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(22221A4545)</a:t>
            </a:r>
          </a:p>
          <a:p>
            <a:pPr>
              <a:lnSpc>
                <a:spcPts val="4759"/>
              </a:lnSpc>
            </a:pPr>
            <a:r>
              <a:rPr lang="en-US" sz="3399" dirty="0" err="1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B.Shashank</a:t>
            </a:r>
            <a:r>
              <a:rPr lang="en-US" sz="3399" dirty="0">
                <a:solidFill>
                  <a:srgbClr val="2A2A2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(22221A4508)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A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4217670"/>
            <a:chOff x="0" y="0"/>
            <a:chExt cx="11099800" cy="5623560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33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</a:t>
              </a: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Smart Restaurant Using QR Code</a:t>
              </a: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project enhances dining by enabling contactless ordering, improving efficiency, and creating a seamless experience for both customers and staff in modern restaurants.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Project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A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4217670"/>
            <a:chOff x="0" y="0"/>
            <a:chExt cx="11099800" cy="5623560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33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Traditional dining faces significant </a:t>
              </a: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challenges</a:t>
              </a: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like order delays, communication issues, and increased pressure on staff, especially during peak hours, compromising overall customer experience and satisfaction.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Problem Statement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A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4217670"/>
            <a:chOff x="0" y="0"/>
            <a:chExt cx="11099800" cy="5623560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33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QR code system </a:t>
              </a: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revolutionizes dining</a:t>
              </a: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by allowing customers to order directly from their tables, streamlining the process and reducing wait times while ensuring contactless service.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Smart QR Code Solution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AF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6267450"/>
            <a:chOff x="0" y="0"/>
            <a:chExt cx="1434943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3352800"/>
            <a:ext cx="5448300" cy="6267450"/>
            <a:chOff x="0" y="0"/>
            <a:chExt cx="1434943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3352800"/>
            <a:ext cx="5448300" cy="6267450"/>
            <a:chOff x="0" y="0"/>
            <a:chExt cx="1434943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7589" y="828675"/>
            <a:ext cx="16952821" cy="113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2A2A2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Technologies Used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05025" y="4248262"/>
            <a:ext cx="2571750" cy="3827033"/>
            <a:chOff x="0" y="0"/>
            <a:chExt cx="3429000" cy="510271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42875"/>
              <a:ext cx="3429000" cy="1474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739900"/>
              <a:ext cx="34290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Next.js 14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543151"/>
              <a:ext cx="34290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Scalable framework for modern web applications.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150"/>
            <a:ext cx="2571750" cy="3827071"/>
            <a:chOff x="0" y="0"/>
            <a:chExt cx="3429000" cy="5102761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42875"/>
              <a:ext cx="3429000" cy="1474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739900"/>
              <a:ext cx="34290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Tailwind CSS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543201"/>
              <a:ext cx="34290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Fast, customizable UI component design system.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11225" y="4248150"/>
            <a:ext cx="2571750" cy="3827219"/>
            <a:chOff x="0" y="0"/>
            <a:chExt cx="3429000" cy="5102959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42875"/>
              <a:ext cx="3429000" cy="1474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739900"/>
              <a:ext cx="34290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MongoDB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543399"/>
              <a:ext cx="34290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Flexible, cloud-based database for storage.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AF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6267450"/>
            <a:chOff x="0" y="0"/>
            <a:chExt cx="1434943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3352800"/>
            <a:ext cx="5448300" cy="6267450"/>
            <a:chOff x="0" y="0"/>
            <a:chExt cx="1434943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3352800"/>
            <a:ext cx="5448300" cy="6267450"/>
            <a:chOff x="0" y="0"/>
            <a:chExt cx="1434943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7589" y="828675"/>
            <a:ext cx="16952821" cy="113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2A2A2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Technologies Used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05025" y="4248262"/>
            <a:ext cx="2571750" cy="3827033"/>
            <a:chOff x="0" y="0"/>
            <a:chExt cx="3429000" cy="510271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42875"/>
              <a:ext cx="3429000" cy="1474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739900"/>
              <a:ext cx="34290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REST APIs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543151"/>
              <a:ext cx="34290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Ensure smooth frontend-backend communication.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150"/>
            <a:ext cx="2571750" cy="4322371"/>
            <a:chOff x="0" y="0"/>
            <a:chExt cx="3429000" cy="5763161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42875"/>
              <a:ext cx="3429000" cy="1474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739900"/>
              <a:ext cx="3429000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Animated Backgrounds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203601"/>
              <a:ext cx="34290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Create engaging, futuristic user experiences.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11225" y="4248150"/>
            <a:ext cx="2571750" cy="4322519"/>
            <a:chOff x="0" y="0"/>
            <a:chExt cx="3429000" cy="5763359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42875"/>
              <a:ext cx="3429000" cy="1474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739900"/>
              <a:ext cx="3429000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Database Diagrams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203799"/>
              <a:ext cx="34290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Visualize data flow and system architecture.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AF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6267450"/>
            <a:chOff x="0" y="0"/>
            <a:chExt cx="1434943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3352800"/>
            <a:ext cx="5448300" cy="6267450"/>
            <a:chOff x="0" y="0"/>
            <a:chExt cx="1434943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3352800"/>
            <a:ext cx="5448300" cy="6267450"/>
            <a:chOff x="0" y="0"/>
            <a:chExt cx="1434943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7589" y="828675"/>
            <a:ext cx="16952821" cy="113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2A2A2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Key Features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05025" y="4248262"/>
            <a:ext cx="2571750" cy="3931808"/>
            <a:chOff x="0" y="0"/>
            <a:chExt cx="3429000" cy="524241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42875"/>
              <a:ext cx="3429000" cy="1474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739900"/>
              <a:ext cx="3429000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QR Code Scanning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203551"/>
              <a:ext cx="34290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Seamless access to the digital menu.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150"/>
            <a:ext cx="2571750" cy="3827071"/>
            <a:chOff x="0" y="0"/>
            <a:chExt cx="3429000" cy="5102761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42875"/>
              <a:ext cx="3429000" cy="1474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739900"/>
              <a:ext cx="34290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Smart Cart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543201"/>
              <a:ext cx="34290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Effortless item addition and modification.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11225" y="4248150"/>
            <a:ext cx="2571750" cy="4322519"/>
            <a:chOff x="0" y="0"/>
            <a:chExt cx="3429000" cy="5763359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42875"/>
              <a:ext cx="3429000" cy="1474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739900"/>
              <a:ext cx="3429000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Table Number Selection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203799"/>
              <a:ext cx="34290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Integrated ordering without waiter assistance.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AF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6267450"/>
            <a:chOff x="0" y="0"/>
            <a:chExt cx="1434943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3352800"/>
            <a:ext cx="5448300" cy="6267450"/>
            <a:chOff x="0" y="0"/>
            <a:chExt cx="1434943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3352800"/>
            <a:ext cx="5448300" cy="6267450"/>
            <a:chOff x="0" y="0"/>
            <a:chExt cx="1434943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7589" y="828675"/>
            <a:ext cx="16952821" cy="113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2A2A2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Advantages of Smart Dining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05025" y="4248262"/>
            <a:ext cx="2571750" cy="3931808"/>
            <a:chOff x="0" y="0"/>
            <a:chExt cx="3429000" cy="524241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42875"/>
              <a:ext cx="3429000" cy="1474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739900"/>
              <a:ext cx="3429000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Contactless Ordering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203551"/>
              <a:ext cx="34290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Ensures safety and hygiene for patrons.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150"/>
            <a:ext cx="2571750" cy="3827071"/>
            <a:chOff x="0" y="0"/>
            <a:chExt cx="3429000" cy="5102761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42875"/>
              <a:ext cx="3429000" cy="1474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739900"/>
              <a:ext cx="34290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Time-Saving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543201"/>
              <a:ext cx="34290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Reduces wait times for customers significantly.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11225" y="4248150"/>
            <a:ext cx="2571750" cy="4322519"/>
            <a:chOff x="0" y="0"/>
            <a:chExt cx="3429000" cy="5763359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42875"/>
              <a:ext cx="3429000" cy="1474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739900"/>
              <a:ext cx="3429000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Increased Service Speed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203799"/>
              <a:ext cx="34290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Enhances overall dining experience and satisfaction.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A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4217670"/>
            <a:chOff x="0" y="0"/>
            <a:chExt cx="11099800" cy="5623560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33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live order tracking interface provides </a:t>
              </a: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real-time updates</a:t>
              </a: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on order status, enhancing transparency for customers and streamlining operations for staff, improving overall dining experience and efficiency.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Live Order Tracking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A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4217670"/>
            <a:chOff x="0" y="0"/>
            <a:chExt cx="11099800" cy="5623560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33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We aim to implement </a:t>
              </a: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AI recommendations</a:t>
              </a: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for personalized dining experiences, enhance multi-language support, and integrate seamless payment options for a more efficient restaurant system.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Future Enhancements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A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3827145"/>
            <a:chOff x="0" y="0"/>
            <a:chExt cx="11099800" cy="5102860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3300"/>
              <a:ext cx="110998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</a:t>
              </a:r>
              <a:r>
                <a:rPr lang="en-US" sz="2400" b="1" u="none" strike="noStrike" spc="-48">
                  <a:solidFill>
                    <a:srgbClr val="2A2A2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future of dining</a:t>
              </a:r>
              <a:r>
                <a:rPr lang="en-US" sz="2400" u="none" strike="noStrike" spc="-48">
                  <a:solidFill>
                    <a:srgbClr val="2A2A2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lies in smart innovations that enhance customer experience, improve efficiency, and promote hygiene, paving the way for a new era in restaurant service.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A2A2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Embracing Smart Dining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401</Words>
  <Application>Microsoft Office PowerPoint</Application>
  <PresentationFormat>Custom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Cooper BT Light</vt:lpstr>
      <vt:lpstr>Calibri</vt:lpstr>
      <vt:lpstr>TT Interphases Bold</vt:lpstr>
      <vt:lpstr>TT Interphases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Smart Restaurant Using QR Code</dc:title>
  <dc:creator>AKHILBALABHADRA</dc:creator>
  <dc:description>Presentation - Smart Restaurant Using QR Code</dc:description>
  <cp:lastModifiedBy>AKHIL BALABHADRA</cp:lastModifiedBy>
  <cp:revision>4</cp:revision>
  <dcterms:created xsi:type="dcterms:W3CDTF">2006-08-16T00:00:00Z</dcterms:created>
  <dcterms:modified xsi:type="dcterms:W3CDTF">2026-01-06T05:34:52Z</dcterms:modified>
  <dc:identifier>DAG9nTBu_Z4</dc:identifier>
</cp:coreProperties>
</file>